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sldIdLst>
    <p:sldId id="31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323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0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99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1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71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7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02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15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22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8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0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67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063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389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016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70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860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446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8887-E8B8-68AE-CE6D-56ABFF8B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D5529-8723-2414-FEE0-9C296DDD8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C178E-E9B5-19C1-E305-CD3861838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5298-7388-4DAF-A1C4-84750693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EC87C-12F7-99ED-BE54-0325C348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78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3B5A4B-8A0B-48D8-8646-ACD6D3A861FD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227A3AA-1CB8-4428-A876-1E9E25BD8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268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6EAE-9B8F-223C-137C-6679089C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67" y="945873"/>
            <a:ext cx="10018713" cy="1752599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b="1" dirty="0"/>
              <a:t>OUTPUT:</a:t>
            </a: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r>
              <a:rPr lang="en-US" sz="2000" dirty="0"/>
              <a:t>STRUCTURAL &amp; MATERIAL DESIGN CALCULATOR----------------------------------</a:t>
            </a:r>
            <a:br>
              <a:rPr lang="en-US" sz="2000" dirty="0"/>
            </a:br>
            <a:r>
              <a:rPr lang="en-US" sz="2000" dirty="0"/>
              <a:t>1. View Material Properties</a:t>
            </a:r>
            <a:br>
              <a:rPr lang="en-US" sz="2000" dirty="0"/>
            </a:br>
            <a:r>
              <a:rPr lang="en-US" sz="2000" dirty="0"/>
              <a:t>2. Beam Bending Stress Check </a:t>
            </a:r>
            <a:br>
              <a:rPr lang="en-US" sz="2000" dirty="0"/>
            </a:br>
            <a:r>
              <a:rPr lang="en-US" sz="2000" dirty="0"/>
              <a:t>Enter choice: 2</a:t>
            </a:r>
            <a:br>
              <a:rPr lang="en-US" sz="2000" dirty="0"/>
            </a:br>
            <a:r>
              <a:rPr lang="en-US" sz="2000" dirty="0"/>
              <a:t>Enter beam width (m): 0.30</a:t>
            </a:r>
            <a:br>
              <a:rPr lang="en-US" sz="2000" dirty="0"/>
            </a:br>
            <a:r>
              <a:rPr lang="en-US" sz="2000" dirty="0"/>
              <a:t>Enter beam height (m): 0.50</a:t>
            </a:r>
            <a:br>
              <a:rPr lang="en-US" sz="2000" dirty="0"/>
            </a:br>
            <a:r>
              <a:rPr lang="en-US" sz="2000" dirty="0"/>
              <a:t>Enter uniform load (N/m): 10000</a:t>
            </a:r>
            <a:br>
              <a:rPr lang="en-US" sz="2000" dirty="0"/>
            </a:br>
            <a:r>
              <a:rPr lang="en-US" sz="2000" dirty="0"/>
              <a:t>Enter beam length (m): 4</a:t>
            </a:r>
            <a:br>
              <a:rPr lang="en-US" sz="2000" dirty="0"/>
            </a:br>
            <a:r>
              <a:rPr lang="en-US" sz="2000" dirty="0"/>
              <a:t>Max bending stress: 1.60e+06 Pa</a:t>
            </a:r>
            <a:br>
              <a:rPr lang="en-US" sz="2000" dirty="0"/>
            </a:br>
            <a:r>
              <a:rPr lang="en-US" sz="2000" dirty="0"/>
              <a:t>Beam is SAFE under bending.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389661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238</TotalTime>
  <Words>79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Corbel</vt:lpstr>
      <vt:lpstr>Parallax</vt:lpstr>
      <vt:lpstr>OUTPUT:   STRUCTURAL &amp; MATERIAL DESIGN CALCULATOR---------------------------------- 1. View Material Properties 2. Beam Bending Stress Check  Enter choice: 2 Enter beam width (m): 0.30 Enter beam height (m): 0.50 Enter uniform load (N/m): 10000 Enter beam length (m): 4 Max bending stress: 1.60e+06 Pa Beam is SAFE under bending.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2025-12-05T14:00:38Z</dcterms:created>
  <dcterms:modified xsi:type="dcterms:W3CDTF">2025-12-15T12:38:04Z</dcterms:modified>
</cp:coreProperties>
</file>